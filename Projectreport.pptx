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Smart Attendance System using Face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Vishw Kumar Vishwakarma (25BCE10484)</a:t>
            </a:r>
          </a:p>
          <a:p>
            <a:pPr/>
            <a:r>
              <a:rPr sz="2200">
                <a:solidFill>
                  <a:srgbClr val="DCDCDC"/>
                </a:solidFill>
              </a:rPr>
              <a:t>CSE Core - VIT Bhopal University</a:t>
            </a:r>
          </a:p>
          <a:p>
            <a:pPr/>
            <a:r>
              <a:rPr sz="2200">
                <a:solidFill>
                  <a:srgbClr val="DCDCDC"/>
                </a:solidFill>
              </a:rPr>
              <a:t>AI Based Real-Time Attendance System</a:t>
            </a:r>
          </a:p>
          <a:p>
            <a:pPr/>
            <a:r>
              <a:rPr sz="2200">
                <a:solidFill>
                  <a:srgbClr val="DCDCDC"/>
                </a:solidFill>
              </a:rPr>
              <a:t>Uses Computer Vision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Traditional attendance is manual &amp; slow</a:t>
            </a:r>
          </a:p>
          <a:p>
            <a:pPr/>
            <a:r>
              <a:rPr sz="2200">
                <a:solidFill>
                  <a:srgbClr val="DCDCDC"/>
                </a:solidFill>
              </a:rPr>
              <a:t>Time-consuming in large classrooms</a:t>
            </a:r>
          </a:p>
          <a:p>
            <a:pPr/>
            <a:r>
              <a:rPr sz="2200">
                <a:solidFill>
                  <a:srgbClr val="DCDCDC"/>
                </a:solidFill>
              </a:rPr>
              <a:t>Prone to human errors</a:t>
            </a:r>
          </a:p>
          <a:p>
            <a:pPr/>
            <a:r>
              <a:rPr sz="2200">
                <a:solidFill>
                  <a:srgbClr val="DCDCDC"/>
                </a:solidFill>
              </a:rPr>
              <a:t>AI enables automation using face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Proxy attendance is common</a:t>
            </a:r>
          </a:p>
          <a:p>
            <a:pPr/>
            <a:r>
              <a:rPr sz="2200">
                <a:solidFill>
                  <a:srgbClr val="DCDCDC"/>
                </a:solidFill>
              </a:rPr>
              <a:t>Manual records are hard to maintain</a:t>
            </a:r>
          </a:p>
          <a:p>
            <a:pPr/>
            <a:r>
              <a:rPr sz="2200">
                <a:solidFill>
                  <a:srgbClr val="DCDCDC"/>
                </a:solidFill>
              </a:rPr>
              <a:t>Lack of real-time tracking</a:t>
            </a:r>
          </a:p>
          <a:p>
            <a:pPr/>
            <a:r>
              <a:rPr sz="2200">
                <a:solidFill>
                  <a:srgbClr val="DCDCDC"/>
                </a:solidFill>
              </a:rPr>
              <a:t>Need for secure &amp; automated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Automate attendance using AI</a:t>
            </a:r>
          </a:p>
          <a:p>
            <a:pPr/>
            <a:r>
              <a:rPr sz="2200">
                <a:solidFill>
                  <a:srgbClr val="DCDCDC"/>
                </a:solidFill>
              </a:rPr>
              <a:t>Increase accuracy and efficiency</a:t>
            </a:r>
          </a:p>
          <a:p>
            <a:pPr/>
            <a:r>
              <a:rPr sz="2200">
                <a:solidFill>
                  <a:srgbClr val="DCDCDC"/>
                </a:solidFill>
              </a:rPr>
              <a:t>Eliminate proxy attendance</a:t>
            </a:r>
          </a:p>
          <a:p>
            <a:pPr/>
            <a:r>
              <a:rPr sz="2200">
                <a:solidFill>
                  <a:srgbClr val="DCDCDC"/>
                </a:solidFill>
              </a:rPr>
              <a:t>Store attendance digitally with 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Capture image using webcam</a:t>
            </a:r>
          </a:p>
          <a:p>
            <a:pPr/>
            <a:r>
              <a:rPr sz="2200">
                <a:solidFill>
                  <a:srgbClr val="DCDCDC"/>
                </a:solidFill>
              </a:rPr>
              <a:t>Detect faces using OpenCV</a:t>
            </a:r>
          </a:p>
          <a:p>
            <a:pPr/>
            <a:r>
              <a:rPr sz="2200">
                <a:solidFill>
                  <a:srgbClr val="DCDCDC"/>
                </a:solidFill>
              </a:rPr>
              <a:t>Encode facial features</a:t>
            </a:r>
          </a:p>
          <a:p>
            <a:pPr/>
            <a:r>
              <a:rPr sz="2200">
                <a:solidFill>
                  <a:srgbClr val="DCDCDC"/>
                </a:solidFill>
              </a:rPr>
              <a:t>Match with stored dataset</a:t>
            </a:r>
          </a:p>
          <a:p>
            <a:pPr/>
            <a:r>
              <a:rPr sz="2200">
                <a:solidFill>
                  <a:srgbClr val="DCDCDC"/>
                </a:solidFill>
              </a:rPr>
              <a:t>Mark attendance in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Input: Camera</a:t>
            </a:r>
          </a:p>
          <a:p>
            <a:pPr/>
            <a:r>
              <a:rPr sz="2200">
                <a:solidFill>
                  <a:srgbClr val="DCDCDC"/>
                </a:solidFill>
              </a:rPr>
              <a:t>Processing: Face Detection &amp; Recognition</a:t>
            </a:r>
          </a:p>
          <a:p>
            <a:pPr/>
            <a:r>
              <a:rPr sz="2200">
                <a:solidFill>
                  <a:srgbClr val="DCDCDC"/>
                </a:solidFill>
              </a:rPr>
              <a:t>Matching with database</a:t>
            </a:r>
          </a:p>
          <a:p>
            <a:pPr/>
            <a:r>
              <a:rPr sz="2200">
                <a:solidFill>
                  <a:srgbClr val="DCDCDC"/>
                </a:solidFill>
              </a:rPr>
              <a:t>Output: Attendance marked in Excel/DB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Python Programming Language</a:t>
            </a:r>
          </a:p>
          <a:p>
            <a:pPr/>
            <a:r>
              <a:rPr sz="2200">
                <a:solidFill>
                  <a:srgbClr val="DCDCDC"/>
                </a:solidFill>
              </a:rPr>
              <a:t>OpenCV for Computer Vision</a:t>
            </a:r>
          </a:p>
          <a:p>
            <a:pPr/>
            <a:r>
              <a:rPr sz="2200">
                <a:solidFill>
                  <a:srgbClr val="DCDCDC"/>
                </a:solidFill>
              </a:rPr>
              <a:t>NumPy &amp; Pandas for data handling</a:t>
            </a:r>
          </a:p>
          <a:p>
            <a:pPr/>
            <a:r>
              <a:rPr sz="2200">
                <a:solidFill>
                  <a:srgbClr val="DCDCDC"/>
                </a:solidFill>
              </a:rPr>
              <a:t>Machine Learning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Advantages:</a:t>
            </a:r>
          </a:p>
          <a:p>
            <a:pPr/>
            <a:r>
              <a:rPr sz="2200">
                <a:solidFill>
                  <a:srgbClr val="DCDCDC"/>
                </a:solidFill>
              </a:rPr>
              <a:t>Fast, Accurate, Automated system</a:t>
            </a:r>
          </a:p>
          <a:p>
            <a:pPr/>
            <a:r>
              <a:rPr sz="2200">
                <a:solidFill>
                  <a:srgbClr val="DCDCDC"/>
                </a:solidFill>
              </a:rPr>
              <a:t>No proxy attendance</a:t>
            </a:r>
          </a:p>
          <a:p>
            <a:pPr/>
            <a:r>
              <a:rPr sz="2200">
                <a:solidFill>
                  <a:srgbClr val="DCDCDC"/>
                </a:solidFill>
              </a:rPr>
              <a:t>Limitations:</a:t>
            </a:r>
          </a:p>
          <a:p>
            <a:pPr/>
            <a:r>
              <a:rPr sz="2200">
                <a:solidFill>
                  <a:srgbClr val="DCDCDC"/>
                </a:solidFill>
              </a:rPr>
              <a:t>Lighting dependency</a:t>
            </a:r>
          </a:p>
          <a:p>
            <a:pPr/>
            <a:r>
              <a:rPr sz="2200">
                <a:solidFill>
                  <a:srgbClr val="DCDCDC"/>
                </a:solidFill>
              </a:rPr>
              <a:t>Privacy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DCDCDC"/>
                </a:solidFill>
              </a:rPr>
              <a:t>Efficient smart attendance solution</a:t>
            </a:r>
          </a:p>
          <a:p>
            <a:pPr/>
            <a:r>
              <a:rPr sz="2200">
                <a:solidFill>
                  <a:srgbClr val="DCDCDC"/>
                </a:solidFill>
              </a:rPr>
              <a:t>Reduces manual effort</a:t>
            </a:r>
          </a:p>
          <a:p>
            <a:pPr/>
            <a:r>
              <a:rPr sz="2200">
                <a:solidFill>
                  <a:srgbClr val="DCDCDC"/>
                </a:solidFill>
              </a:rPr>
              <a:t>Future: Mobile app integration</a:t>
            </a:r>
          </a:p>
          <a:p>
            <a:pPr/>
            <a:r>
              <a:rPr sz="2200">
                <a:solidFill>
                  <a:srgbClr val="DCDCDC"/>
                </a:solidFill>
              </a:rPr>
              <a:t>Cloud-based storage &amp;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